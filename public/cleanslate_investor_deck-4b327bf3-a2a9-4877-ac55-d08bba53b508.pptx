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Automating record expungement across 50 states.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Millions eligible for expungement can’t access affordable help.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CleanSlate automates expungement paperwork for a flat $175.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Includes guided forms, secure payment, document downloads.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25M eligible users, ~$4.3B total addressable market.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Flat fee $175 + optional legal review and e-filing.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Affordable, AI-driven, nationwide coverage.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Revenue potential: $2.6M by Year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Q1 MVP → Q4 full expansion and attorney referral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>
                <a:solidFill>
                  <a:srgbClr val="282828"/>
                </a:solidFill>
                <a:latin typeface="Arial"/>
              </a:rPr>
              <a:t>Seeking $350K seed capital for full rollout &amp; marketing.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