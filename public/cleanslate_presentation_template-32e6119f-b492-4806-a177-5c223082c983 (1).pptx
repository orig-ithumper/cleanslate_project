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6000">
                <a:solidFill>
                  <a:srgbClr val="F5F7FA"/>
                </a:solidFill>
              </a:rPr>
              <a:t>CleanSlate™</a:t>
            </a:r>
          </a:p>
          <a:p>
            <a:pPr algn="ctr">
              <a:defRPr sz="2400">
                <a:solidFill>
                  <a:srgbClr val="4DD0E1"/>
                </a:solidFill>
              </a:defRPr>
            </a:pPr>
            <a:r>
              <a:t>Legal Operations Dashboard • Trademark &amp; Compliance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Introduction</a:t>
            </a:r>
          </a:p>
          <a:p>
            <a:r>
              <a:t>- CleanSlate Overview</a:t>
            </a:r>
          </a:p>
          <a:p>
            <a:r>
              <a:t>- Legal &amp; Compliance Roadmap</a:t>
            </a:r>
          </a:p>
          <a:p>
            <a:r>
              <a:t>- Investor Partnerships</a:t>
            </a:r>
          </a:p>
          <a:p>
            <a:r>
              <a:t>-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CleanSlate 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Automating expungement processes nationwide.</a:t>
            </a:r>
          </a:p>
          <a:p>
            <a:r>
              <a:t>State-adaptive forms, flat-fee services, and verified client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CleanSlate vs. Traditional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CleanSlate – $175 flat fee, fast digital filing.</a:t>
            </a:r>
          </a:p>
          <a:p>
            <a:r>
              <a:t>• Traditional – $900+, manual paperwork, attorney dependent.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CleanSlate Growth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Q1: MVP Launch (CA, TX)</a:t>
            </a:r>
          </a:p>
          <a:p>
            <a:r>
              <a:t>2025 Q2: Nationwide Release</a:t>
            </a:r>
          </a:p>
          <a:p>
            <a:r>
              <a:t>2025 Q3: Partner Network</a:t>
            </a:r>
          </a:p>
          <a:p>
            <a:r>
              <a:t>2025 Q4: Attorney Referral &amp;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Trademark &amp; Legal Milestone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2025: Application Filed</a:t>
            </a:r>
          </a:p>
          <a:p>
            <a:r>
              <a:t>• 2026: Statement of Use Submission</a:t>
            </a:r>
          </a:p>
          <a:p>
            <a:r>
              <a:t>• 2031: Section 8 Renewal</a:t>
            </a:r>
          </a:p>
          <a:p>
            <a:r>
              <a:t>• 2035: Section 9 Renewal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 CleanSlate LLC | Sacramento, CA | legal@cleanslateapp.com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